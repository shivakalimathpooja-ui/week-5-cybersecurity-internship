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85F78D-A64E-45D8-8239-8DDCBB4811AA}" v="7" dt="2026-10-06T11:05:0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shivakalimath" userId="956c59d1fd19f8b9" providerId="LiveId" clId="{B6780CA4-0057-4C48-8476-F47BB13837F9}"/>
    <pc:docChg chg="undo custSel modSld">
      <pc:chgData name="pooja shivakalimath" userId="956c59d1fd19f8b9" providerId="LiveId" clId="{B6780CA4-0057-4C48-8476-F47BB13837F9}" dt="2026-10-06T11:05:37.555" v="234" actId="20577"/>
      <pc:docMkLst>
        <pc:docMk/>
      </pc:docMkLst>
      <pc:sldChg chg="modSp mod">
        <pc:chgData name="pooja shivakalimath" userId="956c59d1fd19f8b9" providerId="LiveId" clId="{B6780CA4-0057-4C48-8476-F47BB13837F9}" dt="2026-10-06T11:04:49.754" v="229" actId="1076"/>
        <pc:sldMkLst>
          <pc:docMk/>
          <pc:sldMk cId="0" sldId="256"/>
        </pc:sldMkLst>
        <pc:spChg chg="mod">
          <ac:chgData name="pooja shivakalimath" userId="956c59d1fd19f8b9" providerId="LiveId" clId="{B6780CA4-0057-4C48-8476-F47BB13837F9}" dt="2026-10-06T11:02:42.256" v="205" actId="122"/>
          <ac:spMkLst>
            <pc:docMk/>
            <pc:sldMk cId="0" sldId="256"/>
            <ac:spMk id="3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1:04:12.768" v="222"/>
          <ac:spMkLst>
            <pc:docMk/>
            <pc:sldMk cId="0" sldId="256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1:04:49.754" v="229" actId="1076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pooja shivakalimath" userId="956c59d1fd19f8b9" providerId="LiveId" clId="{B6780CA4-0057-4C48-8476-F47BB13837F9}" dt="2026-10-06T10:49:23.156" v="123" actId="1076"/>
        <pc:sldMkLst>
          <pc:docMk/>
          <pc:sldMk cId="0" sldId="257"/>
        </pc:sldMkLst>
        <pc:spChg chg="mod">
          <ac:chgData name="pooja shivakalimath" userId="956c59d1fd19f8b9" providerId="LiveId" clId="{B6780CA4-0057-4C48-8476-F47BB13837F9}" dt="2026-10-06T10:49:19.226" v="122" actId="1076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pooja shivakalimath" userId="956c59d1fd19f8b9" providerId="LiveId" clId="{B6780CA4-0057-4C48-8476-F47BB13837F9}" dt="2026-10-06T10:48:31.180" v="115"/>
          <ac:spMkLst>
            <pc:docMk/>
            <pc:sldMk cId="0" sldId="257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49:23.156" v="123" actId="1076"/>
          <ac:spMkLst>
            <pc:docMk/>
            <pc:sldMk cId="0" sldId="257"/>
            <ac:spMk id="5" creationId="{00000000-0000-0000-0000-000000000000}"/>
          </ac:spMkLst>
        </pc:spChg>
        <pc:spChg chg="add del mod">
          <ac:chgData name="pooja shivakalimath" userId="956c59d1fd19f8b9" providerId="LiveId" clId="{B6780CA4-0057-4C48-8476-F47BB13837F9}" dt="2026-10-06T10:48:47.525" v="119"/>
          <ac:spMkLst>
            <pc:docMk/>
            <pc:sldMk cId="0" sldId="257"/>
            <ac:spMk id="6" creationId="{EFE4A2CF-9E46-630F-4E3A-066D010D26EA}"/>
          </ac:spMkLst>
        </pc:spChg>
      </pc:sldChg>
      <pc:sldChg chg="modSp mod">
        <pc:chgData name="pooja shivakalimath" userId="956c59d1fd19f8b9" providerId="LiveId" clId="{B6780CA4-0057-4C48-8476-F47BB13837F9}" dt="2026-10-06T10:53:58.307" v="157" actId="1076"/>
        <pc:sldMkLst>
          <pc:docMk/>
          <pc:sldMk cId="0" sldId="258"/>
        </pc:sldMkLst>
        <pc:spChg chg="mod">
          <ac:chgData name="pooja shivakalimath" userId="956c59d1fd19f8b9" providerId="LiveId" clId="{B6780CA4-0057-4C48-8476-F47BB13837F9}" dt="2026-10-06T10:53:25.614" v="154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3:14.019" v="153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0:53.442" v="135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3:51.554" v="155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3:58.307" v="157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1:46.830" v="142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1:58.602" v="143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2:16.243" v="145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2:29.103" v="147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3:02.890" v="152" actId="1076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pooja shivakalimath" userId="956c59d1fd19f8b9" providerId="LiveId" clId="{B6780CA4-0057-4C48-8476-F47BB13837F9}" dt="2026-10-06T10:54:32.659" v="160" actId="1076"/>
        <pc:sldMkLst>
          <pc:docMk/>
          <pc:sldMk cId="0" sldId="259"/>
        </pc:sldMkLst>
        <pc:spChg chg="mod">
          <ac:chgData name="pooja shivakalimath" userId="956c59d1fd19f8b9" providerId="LiveId" clId="{B6780CA4-0057-4C48-8476-F47BB13837F9}" dt="2026-10-06T10:54:10.192" v="158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4:32.659" v="160" actId="107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pooja shivakalimath" userId="956c59d1fd19f8b9" providerId="LiveId" clId="{B6780CA4-0057-4C48-8476-F47BB13837F9}" dt="2026-10-06T11:05:37.555" v="234" actId="20577"/>
        <pc:sldMkLst>
          <pc:docMk/>
          <pc:sldMk cId="0" sldId="260"/>
        </pc:sldMkLst>
        <pc:spChg chg="mod">
          <ac:chgData name="pooja shivakalimath" userId="956c59d1fd19f8b9" providerId="LiveId" clId="{B6780CA4-0057-4C48-8476-F47BB13837F9}" dt="2026-10-06T10:54:48.480" v="161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1:05:37.555" v="234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pooja shivakalimath" userId="956c59d1fd19f8b9" providerId="LiveId" clId="{B6780CA4-0057-4C48-8476-F47BB13837F9}" dt="2026-10-06T10:56:18.481" v="166" actId="1076"/>
        <pc:sldMkLst>
          <pc:docMk/>
          <pc:sldMk cId="0" sldId="261"/>
        </pc:sldMkLst>
        <pc:spChg chg="mod">
          <ac:chgData name="pooja shivakalimath" userId="956c59d1fd19f8b9" providerId="LiveId" clId="{B6780CA4-0057-4C48-8476-F47BB13837F9}" dt="2026-10-06T10:55:50.726" v="164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6:18.481" v="166" actId="107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pooja shivakalimath" userId="956c59d1fd19f8b9" providerId="LiveId" clId="{B6780CA4-0057-4C48-8476-F47BB13837F9}" dt="2026-10-06T10:57:11.266" v="170" actId="1076"/>
        <pc:sldMkLst>
          <pc:docMk/>
          <pc:sldMk cId="0" sldId="263"/>
        </pc:sldMkLst>
        <pc:spChg chg="mod">
          <ac:chgData name="pooja shivakalimath" userId="956c59d1fd19f8b9" providerId="LiveId" clId="{B6780CA4-0057-4C48-8476-F47BB13837F9}" dt="2026-10-06T10:56:40.350" v="167" actId="2711"/>
          <ac:spMkLst>
            <pc:docMk/>
            <pc:sldMk cId="0" sldId="263"/>
            <ac:spMk id="3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7:11.266" v="170" actId="107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pooja shivakalimath" userId="956c59d1fd19f8b9" providerId="LiveId" clId="{B6780CA4-0057-4C48-8476-F47BB13837F9}" dt="2026-10-06T10:59:54.509" v="191" actId="1076"/>
        <pc:sldMkLst>
          <pc:docMk/>
          <pc:sldMk cId="0" sldId="264"/>
        </pc:sldMkLst>
        <pc:spChg chg="mod">
          <ac:chgData name="pooja shivakalimath" userId="956c59d1fd19f8b9" providerId="LiveId" clId="{B6780CA4-0057-4C48-8476-F47BB13837F9}" dt="2026-10-06T10:59:43.288" v="190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9:54.509" v="191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8:49.463" v="182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8:44.959" v="181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8:59.243" v="184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9:08.371" v="185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9:18.229" v="187" actId="14100"/>
          <ac:spMkLst>
            <pc:docMk/>
            <pc:sldMk cId="0" sldId="264"/>
            <ac:spMk id="9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0:59:27.541" v="188" actId="1076"/>
          <ac:spMkLst>
            <pc:docMk/>
            <pc:sldMk cId="0" sldId="264"/>
            <ac:spMk id="10" creationId="{00000000-0000-0000-0000-000000000000}"/>
          </ac:spMkLst>
        </pc:spChg>
      </pc:sldChg>
      <pc:sldChg chg="delSp modSp mod">
        <pc:chgData name="pooja shivakalimath" userId="956c59d1fd19f8b9" providerId="LiveId" clId="{B6780CA4-0057-4C48-8476-F47BB13837F9}" dt="2026-10-06T11:01:47.287" v="199" actId="1076"/>
        <pc:sldMkLst>
          <pc:docMk/>
          <pc:sldMk cId="0" sldId="265"/>
        </pc:sldMkLst>
        <pc:spChg chg="mod">
          <ac:chgData name="pooja shivakalimath" userId="956c59d1fd19f8b9" providerId="LiveId" clId="{B6780CA4-0057-4C48-8476-F47BB13837F9}" dt="2026-10-06T11:01:36.888" v="197" actId="1076"/>
          <ac:spMkLst>
            <pc:docMk/>
            <pc:sldMk cId="0" sldId="265"/>
            <ac:spMk id="3" creationId="{00000000-0000-0000-0000-000000000000}"/>
          </ac:spMkLst>
        </pc:spChg>
        <pc:spChg chg="del">
          <ac:chgData name="pooja shivakalimath" userId="956c59d1fd19f8b9" providerId="LiveId" clId="{B6780CA4-0057-4C48-8476-F47BB13837F9}" dt="2026-10-06T11:00:26.873" v="193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1:01:47.287" v="199" actId="1076"/>
          <ac:spMkLst>
            <pc:docMk/>
            <pc:sldMk cId="0" sldId="265"/>
            <ac:spMk id="5" creationId="{00000000-0000-0000-0000-000000000000}"/>
          </ac:spMkLst>
        </pc:spChg>
      </pc:sldChg>
      <pc:sldChg chg="delSp modSp mod">
        <pc:chgData name="pooja shivakalimath" userId="956c59d1fd19f8b9" providerId="LiveId" clId="{B6780CA4-0057-4C48-8476-F47BB13837F9}" dt="2026-10-06T11:02:24.847" v="204" actId="1076"/>
        <pc:sldMkLst>
          <pc:docMk/>
          <pc:sldMk cId="0" sldId="266"/>
        </pc:sldMkLst>
        <pc:spChg chg="mod">
          <ac:chgData name="pooja shivakalimath" userId="956c59d1fd19f8b9" providerId="LiveId" clId="{B6780CA4-0057-4C48-8476-F47BB13837F9}" dt="2026-10-06T11:02:24.847" v="204" actId="1076"/>
          <ac:spMkLst>
            <pc:docMk/>
            <pc:sldMk cId="0" sldId="266"/>
            <ac:spMk id="3" creationId="{00000000-0000-0000-0000-000000000000}"/>
          </ac:spMkLst>
        </pc:spChg>
        <pc:spChg chg="del">
          <ac:chgData name="pooja shivakalimath" userId="956c59d1fd19f8b9" providerId="LiveId" clId="{B6780CA4-0057-4C48-8476-F47BB13837F9}" dt="2026-10-06T11:02:00.890" v="201" actId="478"/>
          <ac:spMkLst>
            <pc:docMk/>
            <pc:sldMk cId="0" sldId="266"/>
            <ac:spMk id="4" creationId="{00000000-0000-0000-0000-000000000000}"/>
          </ac:spMkLst>
        </pc:spChg>
        <pc:spChg chg="mod">
          <ac:chgData name="pooja shivakalimath" userId="956c59d1fd19f8b9" providerId="LiveId" clId="{B6780CA4-0057-4C48-8476-F47BB13837F9}" dt="2026-10-06T11:02:18.168" v="203" actId="1076"/>
          <ac:spMkLst>
            <pc:docMk/>
            <pc:sldMk cId="0" sldId="26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81676" y="1914787"/>
            <a:ext cx="5828647" cy="10002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 — VAPT TOOLS</a:t>
            </a:r>
          </a:p>
          <a:p>
            <a:pPr algn="ctr">
              <a:defRPr sz="2100">
                <a:solidFill>
                  <a:srgbClr val="278F9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Internship | Practical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7644" y="2942665"/>
            <a:ext cx="3042243" cy="14055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Nmap reconnaissance</a:t>
            </a:r>
          </a:p>
          <a:p>
            <a:pPr algn="ctr">
              <a:spcAft>
                <a:spcPts val="800"/>
              </a:spcAft>
              <a:defRPr sz="18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troubleshooting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  <a:defRPr sz="18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Burp Suite HTTP inspection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58996" y="3831445"/>
            <a:ext cx="6251327" cy="1862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375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00" b="1">
                <a:solidFill>
                  <a:srgbClr val="278F91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TARGET</a:t>
            </a:r>
          </a:p>
          <a:p>
            <a:pPr algn="ctr">
              <a:defRPr sz="1700" b="1">
                <a:solidFill>
                  <a:srgbClr val="193750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testphp.vulnweb.com</a:t>
            </a:r>
          </a:p>
          <a:p>
            <a:pPr>
              <a:defRPr sz="1700" b="1">
                <a:solidFill>
                  <a:srgbClr val="19375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700" b="1">
                <a:solidFill>
                  <a:srgbClr val="19375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700" b="1">
                <a:solidFill>
                  <a:srgbClr val="193750"/>
                </a:solidFill>
              </a:defRPr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Prepared by : Pooja G Shivakalimath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3083" y="1716388"/>
            <a:ext cx="195117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201412"/>
            <a:ext cx="1051560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 basic VAPT reconnaissance using Nmap.</a:t>
            </a:r>
          </a:p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exposed ports and understand service-detection output.</a:t>
            </a:r>
          </a:p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 limitations of aggressive OS/service detection.</a:t>
            </a:r>
          </a:p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Burp Suite to capture and inspect HTTP requests.</a:t>
            </a:r>
          </a:p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Document only evidence-supported security observations.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2298" y="1419391"/>
            <a:ext cx="301300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Tools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43108"/>
            <a:ext cx="168507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VAPT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36549"/>
            <a:ext cx="2286000" cy="2011680"/>
          </a:xfrm>
          <a:prstGeom prst="roundRect">
            <a:avLst/>
          </a:prstGeom>
          <a:solidFill>
            <a:srgbClr val="EFF7F8"/>
          </a:solidFill>
          <a:ln>
            <a:solidFill>
              <a:srgbClr val="27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0469" y="2880359"/>
            <a:ext cx="231666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78F91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 algn="ctr">
              <a:defRPr sz="2000" b="1">
                <a:solidFill>
                  <a:srgbClr val="19375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</a:p>
          <a:p>
            <a:pPr algn="ctr">
              <a:defRPr sz="1000">
                <a:solidFill>
                  <a:srgbClr val="37414B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ports &amp;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19" y="2469551"/>
            <a:ext cx="2286000" cy="2011680"/>
          </a:xfrm>
          <a:prstGeom prst="roundRect">
            <a:avLst/>
          </a:prstGeom>
          <a:solidFill>
            <a:srgbClr val="EFF7F8"/>
          </a:solidFill>
          <a:ln>
            <a:solidFill>
              <a:srgbClr val="27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43226" y="2873985"/>
            <a:ext cx="187583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78F91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pPr algn="ctr">
              <a:defRPr sz="2000" b="1">
                <a:solidFill>
                  <a:srgbClr val="193750"/>
                </a:solidFill>
              </a:defRPr>
            </a:pP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000">
                <a:solidFill>
                  <a:srgbClr val="37414B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web-server 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38" y="2472454"/>
            <a:ext cx="2286000" cy="2011680"/>
          </a:xfrm>
          <a:prstGeom prst="roundRect">
            <a:avLst/>
          </a:prstGeom>
          <a:solidFill>
            <a:srgbClr val="EFF7F8"/>
          </a:solidFill>
          <a:ln>
            <a:solidFill>
              <a:srgbClr val="27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96723" y="2880359"/>
            <a:ext cx="206056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78F91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  <a:p>
            <a:pPr algn="ctr">
              <a:defRPr sz="2000" b="1">
                <a:solidFill>
                  <a:srgbClr val="19375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Burp Suite</a:t>
            </a:r>
          </a:p>
          <a:p>
            <a:pPr algn="ctr">
              <a:defRPr sz="1000">
                <a:solidFill>
                  <a:srgbClr val="37414B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 HTTP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0" y="2472454"/>
            <a:ext cx="2286000" cy="2011680"/>
          </a:xfrm>
          <a:prstGeom prst="roundRect">
            <a:avLst/>
          </a:prstGeom>
          <a:solidFill>
            <a:srgbClr val="EFF7F8"/>
          </a:solidFill>
          <a:ln>
            <a:solidFill>
              <a:srgbClr val="27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25796" y="2838601"/>
            <a:ext cx="208582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78F91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  <a:p>
            <a:pPr algn="ctr">
              <a:defRPr sz="2000" b="1">
                <a:solidFill>
                  <a:srgbClr val="193750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</a:p>
          <a:p>
            <a:pPr algn="ctr">
              <a:defRPr sz="1000">
                <a:solidFill>
                  <a:srgbClr val="37414B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evidence &amp; 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50608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Nmap SYN Scan (-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971" y="930682"/>
            <a:ext cx="328647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80/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 and 443/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 were observed open.</a:t>
            </a:r>
          </a:p>
        </p:txBody>
      </p:sp>
      <p:pic>
        <p:nvPicPr>
          <p:cNvPr id="5" name="Picture 4" descr="week 5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7899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6086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Nmap Service Detection (-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0682"/>
            <a:ext cx="475643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completed; detailed versions were limited by target responses.</a:t>
            </a:r>
          </a:p>
        </p:txBody>
      </p:sp>
      <p:pic>
        <p:nvPicPr>
          <p:cNvPr id="5" name="Picture 4" descr="week 5(2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7899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25045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Nmap Aggressive Scan (-A)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49712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 warned that OS guesses may be unreliable under the observed port conditions.</a:t>
            </a:r>
          </a:p>
        </p:txBody>
      </p:sp>
      <p:pic>
        <p:nvPicPr>
          <p:cNvPr id="5" name="Picture 4" descr="week 5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7899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50"/>
                </a:solidFill>
              </a:defRPr>
            </a:pPr>
            <a:r>
              <a:t>6. Burp Suite — Captured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A GET request and HTTP headers were successfully intercepted.</a:t>
            </a:r>
          </a:p>
        </p:txBody>
      </p:sp>
      <p:pic>
        <p:nvPicPr>
          <p:cNvPr id="5" name="Picture 4" descr="week 5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7899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44378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Burp Suite — HTTP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0682"/>
            <a:ext cx="371447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requests to the authorized training site were recorded</a:t>
            </a:r>
            <a:r>
              <a:rPr dirty="0"/>
              <a:t>.</a:t>
            </a:r>
          </a:p>
        </p:txBody>
      </p:sp>
      <p:pic>
        <p:nvPicPr>
          <p:cNvPr id="5" name="Picture 4" descr="4af1e193-6a14-4147-a9fc-da05c7263c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7899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9974" y="1065106"/>
            <a:ext cx="354616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Security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160" y="1542160"/>
            <a:ext cx="157126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1766"/>
            <a:ext cx="3200400" cy="2719291"/>
          </a:xfrm>
          <a:prstGeom prst="roundRect">
            <a:avLst/>
          </a:prstGeom>
          <a:solidFill>
            <a:srgbClr val="EFF7F8"/>
          </a:solidFill>
          <a:ln>
            <a:solidFill>
              <a:srgbClr val="27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33205" y="2737187"/>
            <a:ext cx="171970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8F9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 algn="ctr">
              <a:defRPr sz="19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exposed</a:t>
            </a:r>
          </a:p>
          <a:p>
            <a:pPr algn="ctr">
              <a:defRPr sz="1100" b="1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 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1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80/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open.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61766"/>
            <a:ext cx="3200400" cy="2719291"/>
          </a:xfrm>
          <a:prstGeom prst="roundRect">
            <a:avLst/>
          </a:prstGeom>
          <a:solidFill>
            <a:srgbClr val="EFF7F8"/>
          </a:solidFill>
          <a:ln>
            <a:solidFill>
              <a:srgbClr val="27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08889" y="2737187"/>
            <a:ext cx="186942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8F9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pPr algn="ctr">
              <a:defRPr sz="19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 exposed</a:t>
            </a:r>
          </a:p>
          <a:p>
            <a:pPr algn="ctr">
              <a:defRPr sz="1100" b="1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 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1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443/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open.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961766"/>
            <a:ext cx="3200400" cy="2719291"/>
          </a:xfrm>
          <a:prstGeom prst="roundRect">
            <a:avLst/>
          </a:prstGeom>
          <a:solidFill>
            <a:srgbClr val="EFF7F8"/>
          </a:solidFill>
          <a:ln>
            <a:solidFill>
              <a:srgbClr val="27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86220" y="2737187"/>
            <a:ext cx="241284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78F91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  <a:p>
            <a:pPr algn="ctr">
              <a:defRPr sz="19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inspectable</a:t>
            </a:r>
          </a:p>
          <a:p>
            <a:pPr algn="ctr">
              <a:defRPr sz="1100" b="1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Burp Suite</a:t>
            </a:r>
          </a:p>
          <a:p>
            <a:pPr algn="ctr">
              <a:defRPr sz="11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requests and headers were visible.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081" y="1716807"/>
            <a:ext cx="48365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Challenge &amp;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739" y="2364236"/>
            <a:ext cx="1051560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did not complete the host test in the Kali environment.</a:t>
            </a:r>
          </a:p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Additional connection/name-resolution/proxy checks were attempted.</a:t>
            </a:r>
          </a:p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result was documented as a tooling/connectivity limitation.</a:t>
            </a:r>
          </a:p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vulnerability was invented or reported.</a:t>
            </a:r>
          </a:p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Recommended next step: repeat the scan in a stable network/proxy environment if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43358" y="1888781"/>
            <a:ext cx="389080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75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Learning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132" y="2491111"/>
            <a:ext cx="1051560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Nmap can be used in different modes for different assessment goals.</a:t>
            </a:r>
          </a:p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Filtered ports can reduce confidence in automated service and OS detection.</a:t>
            </a:r>
          </a:p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Burp Suite provides visibility into browser-to-server HTTP communication.</a:t>
            </a:r>
          </a:p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Security findings should be based on evidence rather than assumptions.</a:t>
            </a:r>
          </a:p>
          <a:p>
            <a:pPr>
              <a:spcAft>
                <a:spcPts val="1300"/>
              </a:spcAft>
              <a:defRPr sz="2000">
                <a:solidFill>
                  <a:srgbClr val="3741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Troubleshooting and accurate documentation are important parts of practical cybersecurity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396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pooja shivakalimath</cp:lastModifiedBy>
  <cp:revision>1</cp:revision>
  <dcterms:created xsi:type="dcterms:W3CDTF">2013-01-27T09:14:16Z</dcterms:created>
  <dcterms:modified xsi:type="dcterms:W3CDTF">2026-10-06T11:05:39Z</dcterms:modified>
  <cp:category/>
</cp:coreProperties>
</file>